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30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[</a:t>
            </a:r>
            <a:r>
              <a:rPr lang="en-US" alt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E-Commerce Order and Delivery Tracker</a:t>
            </a: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]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Summer Training — Power BI | [Chandigarh college of Enginnering]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931920"/>
            <a:ext cx="8887968" cy="1207008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[ISHANT]  |  [2419253]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[B.Tech  — CSE]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[ms.Ashima]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[01-07-2026]</a:t>
            </a:r>
            <a:endParaRPr lang="en-US" sz="10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6779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93C5F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dashboard centralizes order and delivery information, making it easier to track orders, identify delays, and improve operational efficiency and customer satisfaction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100" dirty="0"/>
              <a:t>Customers and administrators lacked a centralized system to track order status and delivery progress in real time. This caused delays in decision-making, increased customer inquiries, and reduced operational efficiency.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100" dirty="0"/>
              <a:t>E-commerce administrators, warehouse managers, and customer support teams who needed a real-time view of order status, delivery progress, and customer information without manually tracking orders or updating Excel sheets.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&amp; clean the raw dataset using Power Query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star schema data model with correct relationships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at least 5 meaningful DAX measures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 interactive multi-page dashboard with 4+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90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35521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order management database and delivery tracking records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dataset containing order, customer, payment, and shipment details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ID, Customer Name, Order Date, Product Name, Order Status, Payment Status, Shipment Date, Delivery Date, Delivery Partner, and Total Amount.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392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[</a:t>
            </a:r>
            <a:r>
              <a:rPr lang="en-US" sz="3000" b="1" dirty="0" err="1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kaggle</a:t>
            </a: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4020" y="1899793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[ Excel]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[ 500]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[34]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365760" y="2697480"/>
          <a:ext cx="5029200" cy="24841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Column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 in Dashboard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 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key per transaction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 Date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 dimension — time intelligence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 grouping for slicers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Revenue — base for SUM measures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Profit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 profit — margin calculations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Payment Status</a:t>
                      </a:r>
                    </a:p>
                    <a:p>
                      <a:pPr marL="0" indent="0">
                        <a:buNone/>
                      </a:pPr>
                      <a:endParaRPr lang="en-US" alt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Shipment Date</a:t>
                      </a:r>
                    </a:p>
                    <a:p>
                      <a:pPr marL="0" indent="0">
                        <a:buNone/>
                      </a:pPr>
                      <a:endParaRPr lang="en-US" alt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alt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Indicates whether payment is completed</a:t>
                      </a:r>
                      <a:endParaRPr lang="en-US" alt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Track dispatch timing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duplicate rows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0" y="3090672"/>
            <a:ext cx="164592" cy="20116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null values in [column]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3438144"/>
            <a:ext cx="164592" cy="20116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25312" y="3419856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Changed data types (Date, Number)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785616"/>
            <a:ext cx="164592" cy="20116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925312" y="376732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Renamed columns for clarity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69280" y="4133088"/>
            <a:ext cx="164592" cy="20116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925312" y="41148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Filtered out [cancelled/test] rows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25312" y="4462272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82169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1493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Table: Orders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 Tables: Customers, Products, Delivery, Payments, Date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Relationships: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→ Customers (Customer ID)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→ Products (Product ID)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→ Delivery (Delivery ID)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→ Payments (Payment ID)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→ Date (Order Date ID)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879475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4063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 Page: KPIs showing Total Orders, Delivered Orders, Pending Orders, and Revenue.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Tracking Page: Order status, shipment progress, and delivery timelines.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Analysis Page: Delivery performance by region and delivery partner.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Visuals: KPI Cards, Bar Charts, Pie Charts, Line Charts, Tables, and Slicers.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Interactivity: Filters for Date, Order Status, Product Category, Delivery Partner, and Region with drill-down and cross-filtering capabilities.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— Page 1: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 — </a:t>
            </a:r>
            <a:r>
              <a:rPr lang="en-US" alt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Age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</a:t>
            </a:r>
            <a:r>
              <a:rPr lang="en-US" alt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r>
              <a:rPr lang="en-US" alt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</a:t>
            </a:r>
            <a:r>
              <a:rPr lang="en-US" alt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Orders</a:t>
            </a:r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Chart — Sum of Age by Brand,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              Sum of Discount by Brand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 Chart — Sum of cost by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 Chart — sum of cost by Brand and category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302635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258820"/>
            <a:ext cx="3108960" cy="15690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dirty="0"/>
              <a:t>This page provides a quick overview of the overall order and delivery performance, including total orders, sales, discounts, and delivered orders. It helps users monitor key business metrics and identify trends or issues at a glance</a:t>
            </a:r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" y="1101090"/>
            <a:ext cx="52882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270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100" dirty="0"/>
              <a:t>Elite contributes the highest total cost among all brands, making it the largest revenue-driving brand in the dataset.</a:t>
            </a:r>
          </a:p>
          <a:p>
            <a:r>
              <a:rPr lang="en-IN" sz="1100" i="1" dirty="0"/>
              <a:t>(Supported by the Pie Chart: Sum of Cost by Brand and Category.)</a:t>
            </a:r>
            <a:endParaRPr lang="en-IN" sz="1100" dirty="0"/>
          </a:p>
          <a:p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96312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100" dirty="0"/>
              <a:t>Elite and Prime brands have the highest total age values, while Max records comparatively lower age values.</a:t>
            </a:r>
          </a:p>
          <a:p>
            <a:r>
              <a:rPr lang="en-IN" sz="1100" i="1" dirty="0"/>
              <a:t>(Supported by the Column Chart: Sum of Age by Brand.)</a:t>
            </a:r>
            <a:endParaRPr lang="en-IN" sz="1100" dirty="0"/>
          </a:p>
          <a:p>
            <a:pPr marL="0" indent="0">
              <a:buNone/>
            </a:pPr>
            <a:r>
              <a:rPr lang="en-US" alt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639312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100" dirty="0"/>
              <a:t>Electronics category contributes the highest cost, followed by Fashion and Home products, indicating stronger customer demand in these categories.</a:t>
            </a:r>
          </a:p>
          <a:p>
            <a:r>
              <a:rPr lang="en-IN" sz="1100" i="1" dirty="0"/>
              <a:t>(Supported by the Area Chart: Sum of Cost by Category.)</a:t>
            </a:r>
            <a:endParaRPr lang="en-IN" sz="1100" dirty="0"/>
          </a:p>
          <a:p>
            <a:pPr marL="0" indent="0">
              <a:buNone/>
            </a:pPr>
            <a:r>
              <a:rPr lang="en-US" altLang="en-US" sz="1100" dirty="0"/>
              <a:t>.</a:t>
            </a:r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100" dirty="0"/>
              <a:t>Elite brand provides the highest total discount, whereas Urban offers the lowest discount among all brands.</a:t>
            </a:r>
          </a:p>
          <a:p>
            <a:r>
              <a:rPr lang="en-IN" sz="1100" i="1" dirty="0"/>
              <a:t>(Supported by the Bar Chart: Sum of Discount by Brand.)</a:t>
            </a:r>
            <a:endParaRPr lang="en-IN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100" dirty="0"/>
              <a:t>The dashboard records strong overall business performance with approximately 333K sales, 232K cost, and 101K profit while maintaining 3K delivery days and 5K total discount distribution.</a:t>
            </a:r>
          </a:p>
          <a:p>
            <a:r>
              <a:rPr lang="en-IN" sz="1100" i="1" dirty="0"/>
              <a:t>(Supported by the KPI Cards.)</a:t>
            </a:r>
            <a:endParaRPr lang="en-IN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Created a Power BI dashboard to track e-commerce orders, deliveries, sales, and customer details.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dashboard improved order visibility and helped monitor sales and delivery performance more effectively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Power Query to clean and organize the data before creating the dashboard.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Scope: Add real-time tracking and smarter insights to make order management faster and more efficient.</a:t>
            </a:r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952</Words>
  <Application>Microsoft Office PowerPoint</Application>
  <PresentationFormat>On-screen Show (16:9)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Himani Verma</cp:lastModifiedBy>
  <cp:revision>8</cp:revision>
  <dcterms:created xsi:type="dcterms:W3CDTF">2026-06-29T04:56:00Z</dcterms:created>
  <dcterms:modified xsi:type="dcterms:W3CDTF">2026-07-01T09:35:55Z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7823EDCAFE7649868B0893347C08F153_12</vt:lpwstr>
  </property>
</Properties>
</file>